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Urban Thermal Challenges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Evaluation fixture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 today's rapidly evolving urban landscape, the phenomenon of heat accumulation within metropolitan areas has emerged as a pivotal challenge for city planners and policymakers alike.</a:t>
            </a:r>
          </a:p>
          <a:p>
            <a:pPr>
              <a:defRPr sz="1600"/>
            </a:pPr>
            <a:r>
              <a:t>It is important to note that this issue encompasses multiple interconnected dimensions, ranging from infrastructure design to public health outcomes.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Furthermore, comprehensive research demonstrates that impervious surfaces play a crucial role in elevating ambient temperatures.</a:t>
            </a:r>
          </a:p>
          <a:p>
            <a:pPr>
              <a:defRPr sz="1600"/>
            </a:pPr>
            <a:r>
              <a:t>Additionally, the reduction of vegetative cover significantly exacerbates these effects, creating a compounding cycle that ultimately impacts vulnerable populations disproportionately.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Moreover, it is worth noting that innovative and scalable solutions are essential for fostering resilient communities.</a:t>
            </a:r>
          </a:p>
          <a:p>
            <a:pPr>
              <a:defRPr sz="1600"/>
            </a:pPr>
            <a:r>
              <a:t>Cities must leverage cutting-edge technologies and adopt holistic strategies to streamline mitigation efforts.</a:t>
            </a:r>
          </a:p>
          <a:p>
            <a:pPr>
              <a:defRPr sz="1600"/>
            </a:pPr>
            <a:r>
              <a:t>Consequently, proactive investment in green infrastructure represents a transformative opportunity.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 conclusion, addressing urban thermal challenges requires a robust, multifaceted approach.</a:t>
            </a:r>
          </a:p>
          <a:p>
            <a:pPr>
              <a:defRPr sz="1600"/>
            </a:pPr>
            <a:r>
              <a:t>Moving forward, stakeholders must collaborate seamlessly to ensure sustainable outcomes for future generations.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